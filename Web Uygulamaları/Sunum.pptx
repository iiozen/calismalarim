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88" r:id="rId4"/>
    <p:sldId id="286" r:id="rId5"/>
    <p:sldId id="287" r:id="rId6"/>
    <p:sldId id="261" r:id="rId7"/>
    <p:sldId id="262" r:id="rId8"/>
    <p:sldId id="289" r:id="rId9"/>
    <p:sldId id="263" r:id="rId10"/>
    <p:sldId id="290" r:id="rId11"/>
    <p:sldId id="291" r:id="rId12"/>
    <p:sldId id="264" r:id="rId13"/>
    <p:sldId id="265" r:id="rId14"/>
    <p:sldId id="266" r:id="rId15"/>
    <p:sldId id="296" r:id="rId16"/>
    <p:sldId id="267" r:id="rId17"/>
    <p:sldId id="297" r:id="rId18"/>
    <p:sldId id="268" r:id="rId19"/>
    <p:sldId id="292" r:id="rId20"/>
    <p:sldId id="293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94" r:id="rId30"/>
    <p:sldId id="295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1D729E-E60F-41D2-B95D-71733EBFA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943E144-A0CF-4B92-BA14-5A511BBCC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9969AA2-AC08-4245-8FDF-8B78D535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3263BD-E608-419B-A5B3-EAF58720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C7771A-B521-4641-BDE2-A67C3429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519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860B0D-DEA8-4900-8CD4-09ED01AE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1E8D22-C28C-44D7-BD77-941AAE164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12C342-9628-4313-97ED-0372622A3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EDEB910-A205-4786-BA93-88A5DFC9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088D8CF-C5B0-4B78-99FC-C8DEE552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718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0F8227-3E3F-4D7C-AFC9-89BE5CC8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B37C53E-EAAE-4659-80CE-6FE7281A6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A238AA3-E24B-4C9D-9BD9-075E3B51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FA90A09-2E50-496A-B416-D1EED8A6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4F3BE1-3338-47C0-B8C0-CA2CA5C3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557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B50472-F352-4B93-96A4-944889F75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9E2E17-C370-42F1-A93B-1B3B345CB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FF675B9-7558-4C0B-A8E7-2CC43412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FB0C326-D757-41AC-8628-4FF5BC23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94F1B0A-6C6F-4467-87D1-B1FE369CE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F32BD63-C7D7-453A-A217-9E86195C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759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71610B-09C2-428F-A2BA-45324C3E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D2B9898-754B-4F02-9EF7-05C9FA77F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7258B60-A34E-4143-8000-00976BC7D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5AED4C6-3C37-4581-ABCB-4E699BDF5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1B3E31E-7F5D-460A-A6BB-96118A739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60FDA5A-1B95-417C-9E89-181C9386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025E197-DE6E-4271-8A99-318C3ED1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C68EC17-DF8C-42D9-B838-7AE8F84D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659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F37869-30EB-46FB-8F66-D8E74DB3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5E23BA6-133B-4384-8F49-54EB5E8D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23C3262-1EDF-4A6A-93EE-F06F8F7B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59D9D8F-D605-4025-A72E-FB96F02C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87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818CB16-ED97-41C8-B9D8-2F6CA5CA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E27791B-27F8-4A62-89D9-8AE2F32C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8593499-E225-4456-8A7F-5003B354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070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85AA84-A4E5-4F5A-9DD3-EFA93861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6EA7E4-93E1-435A-A6AB-C5424E55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62C2B82-ADBC-4040-8E88-5CFEFFC76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B712FB2-14C7-44DC-A76F-16A6AD75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80424A4-18A9-4364-BF85-7B8D5EF2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CE80FFF-4727-474D-B1D7-F46C6850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722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E8775C-307E-4717-8458-27717F9D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6FA8406-88DA-4BD7-ACCD-2F1D108FC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49F29EB-0868-498A-93A1-26E100DEC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F47A45-EC10-451B-B7B4-0ABF8AC7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543804-CA54-4B77-91E0-A7D2A639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37ACC2-5E1C-4CA5-878B-A3FC9F72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856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FC54AC-E340-4266-98C5-F9179DC8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6FFCDE1-173B-45EC-B192-6AB07F4B9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3CAF52-A467-4CB7-8999-A0A0B933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3C47FBF-1DD8-449D-A889-AE1CB44F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EE253BD-49B5-4E13-96AB-A4B2933C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016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C2B432D7-3629-4AD1-B487-89204184A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5084693-5E04-49AE-BA60-BB5163463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ACDD64-3CA3-4EEC-AAEF-AE8026C17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C0C5EDB-3ED2-4E32-AF43-702D4517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50083AA-7E91-4831-949E-0BAE95C6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52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2E1EDDD-4DCA-4B10-A1F9-3A0487F41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0B8FE05-AF19-4207-895C-1275AFCE2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245299-18DD-49D8-BAD3-FBCF3C9114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38C88-AD42-4196-8AD8-63E43FF588B7}" type="datetimeFigureOut">
              <a:rPr lang="tr-TR" smtClean="0"/>
              <a:t>6.05.2022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E30434D-9C45-4CC2-96AF-7D6DB2847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C3201D9-9CCC-49BC-99EC-44ACDF634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EEDFC-6F65-431E-B54F-C3E9A733764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508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14BD6B-480D-48CD-B6E5-FB4EA273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Projelerim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13952B09-DA66-4255-8A0E-558F53047411}"/>
              </a:ext>
            </a:extLst>
          </p:cNvPr>
          <p:cNvSpPr txBox="1">
            <a:spLocks/>
          </p:cNvSpPr>
          <p:nvPr/>
        </p:nvSpPr>
        <p:spPr>
          <a:xfrm>
            <a:off x="6096001" y="1834762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Anket Oluşturma ve Yayınlama</a:t>
            </a:r>
          </a:p>
          <a:p>
            <a:r>
              <a:rPr lang="tr-TR" sz="2000" dirty="0"/>
              <a:t>Dinamik</a:t>
            </a:r>
          </a:p>
          <a:p>
            <a:r>
              <a:rPr lang="tr-TR" sz="2000" dirty="0"/>
              <a:t>Yönetici Paneli Üzerinden Kontrol Edilebilir</a:t>
            </a:r>
          </a:p>
          <a:p>
            <a:r>
              <a:rPr lang="tr-TR" sz="2000" dirty="0"/>
              <a:t>Kullanıcı Deneyimine Uygun</a:t>
            </a:r>
          </a:p>
          <a:p>
            <a:r>
              <a:rPr lang="tr-TR" sz="2000" dirty="0"/>
              <a:t>Çözünürlüğe Bağımsız Olarak Aynı Ekran</a:t>
            </a:r>
          </a:p>
          <a:p>
            <a:r>
              <a:rPr lang="tr-TR" sz="2000" dirty="0" err="1"/>
              <a:t>Angular</a:t>
            </a:r>
            <a:endParaRPr lang="tr-TR" sz="2000" dirty="0"/>
          </a:p>
          <a:p>
            <a:r>
              <a:rPr lang="tr-TR" sz="2000" dirty="0" err="1"/>
              <a:t>Firebase</a:t>
            </a:r>
            <a:endParaRPr lang="tr-TR" sz="2000" dirty="0"/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69E58559-5F1E-4D0E-89C7-1A781BD184F3}"/>
              </a:ext>
            </a:extLst>
          </p:cNvPr>
          <p:cNvSpPr txBox="1">
            <a:spLocks/>
          </p:cNvSpPr>
          <p:nvPr/>
        </p:nvSpPr>
        <p:spPr>
          <a:xfrm>
            <a:off x="0" y="1834762"/>
            <a:ext cx="6096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/>
              <a:t>Otoklav Masa İzleme</a:t>
            </a:r>
          </a:p>
          <a:p>
            <a:r>
              <a:rPr lang="tr-TR" sz="2000" dirty="0"/>
              <a:t>Dinamik</a:t>
            </a:r>
          </a:p>
          <a:p>
            <a:r>
              <a:rPr lang="tr-TR" sz="2000" dirty="0"/>
              <a:t>Yönetici Paneli Yok</a:t>
            </a:r>
          </a:p>
          <a:p>
            <a:r>
              <a:rPr lang="tr-TR" sz="2000" dirty="0"/>
              <a:t>Yönetmek İçin Uygulamaya İhtiyaç Var</a:t>
            </a:r>
          </a:p>
          <a:p>
            <a:r>
              <a:rPr lang="tr-TR" sz="2000" dirty="0"/>
              <a:t>Kullanıcı Deneyimine Uygun Değil</a:t>
            </a:r>
          </a:p>
          <a:p>
            <a:r>
              <a:rPr lang="tr-TR" sz="2000" dirty="0"/>
              <a:t>Telefonlar İçin Farklı Ekran</a:t>
            </a:r>
          </a:p>
          <a:p>
            <a:r>
              <a:rPr lang="tr-TR" sz="2000" dirty="0" err="1"/>
              <a:t>Angular</a:t>
            </a:r>
            <a:endParaRPr lang="tr-TR" sz="2000" dirty="0"/>
          </a:p>
          <a:p>
            <a:r>
              <a:rPr lang="tr-TR" sz="2000" dirty="0" err="1"/>
              <a:t>Firebase</a:t>
            </a:r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50766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Genel Yönlendirme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B651A1E-3AD9-4910-BAE6-7201A481C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1423986"/>
            <a:ext cx="64389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Anasayfanın</a:t>
            </a:r>
            <a:r>
              <a:rPr lang="tr-TR" dirty="0"/>
              <a:t> Televizyon ve Bilgisayarda Görünümü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FB7ABA5-DB2D-4631-96FE-C06F3801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55" y="922641"/>
            <a:ext cx="10413635" cy="580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Anasayfanın</a:t>
            </a:r>
            <a:r>
              <a:rPr lang="tr-TR" dirty="0"/>
              <a:t> Tasarımı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C96886C-8124-4C08-8029-A9D55826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060" y="1459002"/>
            <a:ext cx="4100763" cy="4581590"/>
          </a:xfrm>
          <a:prstGeom prst="rect">
            <a:avLst/>
          </a:prstGeom>
          <a:noFill/>
          <a:ln w="66675">
            <a:solidFill>
              <a:schemeClr val="accent1"/>
            </a:solidFill>
          </a:ln>
          <a:effectLst>
            <a:softEdge rad="0"/>
          </a:effectLst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5C646F97-652C-40A1-A859-BB89BCFAF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7" y="1459002"/>
            <a:ext cx="64389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7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Anasayfanın</a:t>
            </a:r>
            <a:r>
              <a:rPr lang="tr-TR" dirty="0"/>
              <a:t> Tasarımı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F579655-56B8-400D-BBFC-8E61C6387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84" y="1281406"/>
            <a:ext cx="11835714" cy="3835980"/>
          </a:xfrm>
          <a:prstGeom prst="rect">
            <a:avLst/>
          </a:prstGeom>
          <a:ln w="76200">
            <a:noFill/>
          </a:ln>
        </p:spPr>
      </p:pic>
    </p:spTree>
    <p:extLst>
      <p:ext uri="{BB962C8B-B14F-4D97-AF65-F5344CB8AC3E}">
        <p14:creationId xmlns:p14="http://schemas.microsoft.com/office/powerpoint/2010/main" val="247720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Telefon ve El Terminali İçin Hazırlanmış Sayfa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81CDD0B-61CF-4423-8F1E-F06F214E7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1633537"/>
            <a:ext cx="77438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52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Masa Numarasına Göre Detaylı Bilgi Sayfası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469803E-C214-4262-802F-D6FB0B1BA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7" y="761125"/>
            <a:ext cx="3419475" cy="557212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469170AA-C7FD-4324-A3E5-8A0854F27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235" y="761125"/>
            <a:ext cx="70961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0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Proje1 : Otoklav Masa İzleme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Masa Numarasına Göre Detaylı Bilgi Sayfası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1240EAC-6191-461F-847E-DE87AB6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7" y="697183"/>
            <a:ext cx="10686587" cy="61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50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Genel Yönlendirme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FB66DD3-6CB3-4BDA-85FC-6AA1835B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873" y="976311"/>
            <a:ext cx="76200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8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Yönetici Giriş Sayfası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A8E6358-F6A0-4B4C-9760-01CC5796D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135" y="1086255"/>
            <a:ext cx="2631475" cy="46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02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Yönetici Giriş Sayfası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4540BDF-1C9E-42DF-9438-AECA347F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3" y="1085238"/>
            <a:ext cx="4220396" cy="529379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04B8EEF-94D7-46C0-9EC4-B699F6B4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202" y="1085238"/>
            <a:ext cx="6333835" cy="307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06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Yönetim Paneli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59A8B1E-F4B4-4AAB-B620-122E53B4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28" y="762921"/>
            <a:ext cx="9372504" cy="533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74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Giriş Ekranı Sekmesi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343BA63-AA7F-456B-88B0-F56825E09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661987"/>
            <a:ext cx="97917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1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Sorular Sekmesi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42150B6-F64A-4000-9F4F-67D538D1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57225"/>
            <a:ext cx="975360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13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Sorular Sekmesi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5596435D-394B-4AFD-BBBF-2F0D63F52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87" y="655680"/>
            <a:ext cx="6761571" cy="554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4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Kullanıcılar Sekmesi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E95DC53D-78B2-427D-B574-48140E0C0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76" y="1113006"/>
            <a:ext cx="6347047" cy="463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15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Kullanıcılar Sekmesi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04D6967-0F56-4692-8716-BB5A41028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39" y="824314"/>
            <a:ext cx="6348921" cy="520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39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Tamamla Sekmesi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FE1CD7A-889F-4F00-B9FE-71DA8EAA3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61987"/>
            <a:ext cx="97536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172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Tamamla Sekmesi HTML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D02A1B0-B13E-46DB-976D-FB1A1A6CA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37" y="1756769"/>
            <a:ext cx="9830471" cy="334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39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Ekle –  Anketi Yayınla Butonu </a:t>
            </a:r>
            <a:r>
              <a:rPr lang="tr-TR" dirty="0" err="1"/>
              <a:t>TypeScript</a:t>
            </a:r>
            <a:r>
              <a:rPr lang="tr-TR" dirty="0"/>
              <a:t> Kodları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1152B8C-6BB2-441A-8AD5-1C0F3E8A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27" y="802562"/>
            <a:ext cx="5650136" cy="3758488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C02C184C-81DD-476D-8BE7-3254AFB3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329" y="2975378"/>
            <a:ext cx="5863676" cy="378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38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- </a:t>
            </a:r>
            <a:r>
              <a:rPr lang="tr-TR" dirty="0" err="1"/>
              <a:t>Anasayfa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4EEC71E-8BEA-49C4-BDFC-157694EA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01" y="712101"/>
            <a:ext cx="9458343" cy="543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9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Menü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DE524CEC-7CBF-440F-A52C-B0A19611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054" y="736051"/>
            <a:ext cx="9347637" cy="53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46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Menü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7C07ED9-C6DE-4FFF-93D1-9D0715D3C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84" y="829741"/>
            <a:ext cx="9022429" cy="51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9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Anket Detayları – Anketi Dolduranlar Sekmesi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5160E52D-68D3-467A-9FE9-783F98C80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46" y="866685"/>
            <a:ext cx="8911054" cy="51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02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Anket Detayları – Anketi Doldurmayanlar Sekmesi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2AEACC6-1425-4164-B65D-3011E485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37" y="796175"/>
            <a:ext cx="9130925" cy="526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55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Anket Detayları – Cevap Yoğunluğu Sekmesi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03845BE-7563-470C-BA49-8160525DB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503" y="786881"/>
            <a:ext cx="6306993" cy="528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36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Mail Ekleme / Çıkarma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21B4D0D-3B3C-41E8-8869-3D30F076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751" y="727435"/>
            <a:ext cx="6452498" cy="540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36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Mail Grup Oluştur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801BFDA2-4602-41A7-A787-880A574CD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94" y="678212"/>
            <a:ext cx="8850357" cy="550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07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Mail Grup Oluştur – Arama Yap Filtreleme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7C412E1-03D4-48B8-AC1B-5A52B3C8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2" y="655671"/>
            <a:ext cx="3902829" cy="372583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01F692D7-567B-49B2-826C-E6DE538D4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98" y="4117327"/>
            <a:ext cx="96774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41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Grup Düzenle / Kaldır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8EE8A81-39FF-4B2F-BDCA-21043AF6C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607" y="815074"/>
            <a:ext cx="7048786" cy="522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04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Kayıtlar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DA7992B-ED95-4919-9949-1D2149AA1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70" y="741167"/>
            <a:ext cx="8657460" cy="537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74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Grafik Analiz Ekranı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48E8E01-77A6-4843-90E1-7FA287145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966" y="788930"/>
            <a:ext cx="8481115" cy="52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69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Grafik Analiz Ekranı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BEDE632-8202-496B-A219-D7C86D2E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389" y="817180"/>
            <a:ext cx="7061221" cy="522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7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Anketlerimi Göster – Grafik Analiz Ekranı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3F34519-98DE-4DF6-86A0-3B5A484C4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37" y="890626"/>
            <a:ext cx="6880325" cy="507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54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Doldurma - Anket Giriş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A1EFC11A-59CB-4BC4-B9E7-54C7B8F47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77" y="840532"/>
            <a:ext cx="2920115" cy="51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Doldurma - Giriş Ekranı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52C1DB1-0F36-4B4C-B37A-CA3E4122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390" y="1076130"/>
            <a:ext cx="2185220" cy="470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80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Doldurma – Sorular Ekranı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50A40655-6A8D-4AE4-AE6E-55284D51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206" y="945501"/>
            <a:ext cx="2279333" cy="49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36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2D1F69-66CF-41AB-AA75-5EF3CD77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242386" y="3242387"/>
            <a:ext cx="6858002" cy="373225"/>
          </a:xfrm>
        </p:spPr>
        <p:txBody>
          <a:bodyPr>
            <a:normAutofit/>
          </a:bodyPr>
          <a:lstStyle/>
          <a:p>
            <a:pPr algn="r"/>
            <a:r>
              <a:rPr lang="tr-TR" sz="2000" dirty="0"/>
              <a:t>Proje2 : Anket Oluşturma ve Yayınlama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7E769C5-A012-465A-9D3A-9E29F080D200}"/>
              </a:ext>
            </a:extLst>
          </p:cNvPr>
          <p:cNvSpPr txBox="1"/>
          <p:nvPr/>
        </p:nvSpPr>
        <p:spPr>
          <a:xfrm>
            <a:off x="485192" y="273698"/>
            <a:ext cx="1132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Anket Doldurma – Sorular Ekranı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F1D21CC-7F71-4A65-98BB-244570448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67" y="723123"/>
            <a:ext cx="2519265" cy="541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8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455</Words>
  <Application>Microsoft Office PowerPoint</Application>
  <PresentationFormat>Geniş ekran</PresentationFormat>
  <Paragraphs>90</Paragraphs>
  <Slides>38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Teması</vt:lpstr>
      <vt:lpstr>Projelerim</vt:lpstr>
      <vt:lpstr>Proje1 : Otoklav Masa İzleme</vt:lpstr>
      <vt:lpstr>Proje1 : Otoklav Masa İzleme</vt:lpstr>
      <vt:lpstr>Proje1 : Otoklav Masa İzleme</vt:lpstr>
      <vt:lpstr>Proje1 : Otoklav Masa İzleme</vt:lpstr>
      <vt:lpstr>Proje1 : Otoklav Masa İzleme</vt:lpstr>
      <vt:lpstr>Proje1 : Otoklav Masa İzleme</vt:lpstr>
      <vt:lpstr>Proje1 : Otoklav Masa İzleme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  <vt:lpstr>Proje2 : Anket Oluşturma ve Yayınlama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ISINER ISMAIL ÖZEN</dc:creator>
  <cp:lastModifiedBy>ISINER ISMAIL ÖZEN</cp:lastModifiedBy>
  <cp:revision>24</cp:revision>
  <dcterms:created xsi:type="dcterms:W3CDTF">2021-01-29T17:26:48Z</dcterms:created>
  <dcterms:modified xsi:type="dcterms:W3CDTF">2022-05-06T14:01:23Z</dcterms:modified>
</cp:coreProperties>
</file>